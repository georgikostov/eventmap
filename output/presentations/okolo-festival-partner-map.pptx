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68595f3bc4000" /><Relationship Type="http://schemas.openxmlformats.org/officeDocument/2006/relationships/extended-properties" Target="/docProps/app.xml" Id="Rf782c7db1c5b4ecc" /><Relationship Type="http://schemas.openxmlformats.org/officeDocument/2006/relationships/officeDocument" Target="/ppt/presentation.xml" Id="Re8e6ce8a269d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6a4a7c92c4c1f"/>
  </p:sldMasterIdLst>
  <p:notesMasterIdLst>
    <p:notesMasterId xmlns:r="http://schemas.openxmlformats.org/officeDocument/2006/relationships" r:id="R2b58cec473894403"/>
  </p:notesMasterIdLst>
  <p:sldIdLst>
    <p:sldId xmlns:r="http://schemas.openxmlformats.org/officeDocument/2006/relationships" id="256" r:id="R65eec2f707c44f8b"/>
    <p:sldId xmlns:r="http://schemas.openxmlformats.org/officeDocument/2006/relationships" id="257" r:id="R39095d02dacc40d4"/>
    <p:sldId xmlns:r="http://schemas.openxmlformats.org/officeDocument/2006/relationships" id="258" r:id="R7ee7551698964323"/>
    <p:sldId xmlns:r="http://schemas.openxmlformats.org/officeDocument/2006/relationships" id="259" r:id="Rcf032fea0eae483f"/>
    <p:sldId xmlns:r="http://schemas.openxmlformats.org/officeDocument/2006/relationships" id="260" r:id="Rcacefe902db64f30"/>
    <p:sldId xmlns:r="http://schemas.openxmlformats.org/officeDocument/2006/relationships" id="261" r:id="R476416423d884ec9"/>
    <p:sldId xmlns:r="http://schemas.openxmlformats.org/officeDocument/2006/relationships" id="262" r:id="R976bb6eaa639432d"/>
    <p:sldId xmlns:r="http://schemas.openxmlformats.org/officeDocument/2006/relationships" id="263" r:id="R55dd5f7880fe4d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36985d9bb4a2b" /><Relationship Type="http://schemas.openxmlformats.org/officeDocument/2006/relationships/slideMaster" Target="/ppt/slideMasters/slideMaster1.xml" Id="Rb166a4a7c92c4c1f" /><Relationship Type="http://schemas.openxmlformats.org/officeDocument/2006/relationships/notesMaster" Target="/ppt/notesMasters/notesMaster1.xml" Id="R2b58cec473894403" /><Relationship Type="http://schemas.openxmlformats.org/officeDocument/2006/relationships/presProps" Target="/ppt/presProps.xml" Id="R9e5f191382cc42eb" /><Relationship Type="http://schemas.openxmlformats.org/officeDocument/2006/relationships/tableStyles" Target="/ppt/tableStyles.xml" Id="R79e9746d2338423e" /><Relationship Type="http://schemas.openxmlformats.org/officeDocument/2006/relationships/slide" Target="/ppt/slides/slide1.xml" Id="R65eec2f707c44f8b" /><Relationship Type="http://schemas.openxmlformats.org/officeDocument/2006/relationships/slide" Target="/ppt/slides/slide2.xml" Id="R39095d02dacc40d4" /><Relationship Type="http://schemas.openxmlformats.org/officeDocument/2006/relationships/slide" Target="/ppt/slides/slide3.xml" Id="R7ee7551698964323" /><Relationship Type="http://schemas.openxmlformats.org/officeDocument/2006/relationships/slide" Target="/ppt/slides/slide4.xml" Id="Rcf032fea0eae483f" /><Relationship Type="http://schemas.openxmlformats.org/officeDocument/2006/relationships/slide" Target="/ppt/slides/slide5.xml" Id="Rcacefe902db64f30" /><Relationship Type="http://schemas.openxmlformats.org/officeDocument/2006/relationships/slide" Target="/ppt/slides/slide6.xml" Id="R476416423d884ec9" /><Relationship Type="http://schemas.openxmlformats.org/officeDocument/2006/relationships/slide" Target="/ppt/slides/slide7.xml" Id="R976bb6eaa639432d" /><Relationship Type="http://schemas.openxmlformats.org/officeDocument/2006/relationships/slide" Target="/ppt/slides/slide8.xml" Id="R55dd5f7880fe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5ac67f1f5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05d17c21ff4c6d" /><Relationship Type="http://schemas.openxmlformats.org/officeDocument/2006/relationships/notesMaster" Target="/ppt/notesMasters/notesMaster1.xml" Id="R42cf9ab7824b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79230121cd44de" /><Relationship Type="http://schemas.openxmlformats.org/officeDocument/2006/relationships/notesMaster" Target="/ppt/notesMasters/notesMaster1.xml" Id="R1e82373d46d64d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6d038dc244a82" /><Relationship Type="http://schemas.openxmlformats.org/officeDocument/2006/relationships/notesMaster" Target="/ppt/notesMasters/notesMaster1.xml" Id="Rdc0e25f392944f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c139cdab840ca" /><Relationship Type="http://schemas.openxmlformats.org/officeDocument/2006/relationships/notesMaster" Target="/ppt/notesMasters/notesMaster1.xml" Id="Rdb2d393a3ba14e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5c72421a04675" /><Relationship Type="http://schemas.openxmlformats.org/officeDocument/2006/relationships/notesMaster" Target="/ppt/notesMasters/notesMaster1.xml" Id="R473799228fb1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779afc01c4031" /><Relationship Type="http://schemas.openxmlformats.org/officeDocument/2006/relationships/notesMaster" Target="/ppt/notesMasters/notesMaster1.xml" Id="R05272e7d7a18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e92b3de45d4985" /><Relationship Type="http://schemas.openxmlformats.org/officeDocument/2006/relationships/notesMaster" Target="/ppt/notesMasters/notesMaster1.xml" Id="R3adf52a8bc114d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e4d2b4952c4071" /><Relationship Type="http://schemas.openxmlformats.org/officeDocument/2006/relationships/notesMaster" Target="/ppt/notesMasters/notesMaster1.xml" Id="Rae10d92ff9bb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/Users/georgikostov/Repositories/eventmap/output/screenshots/partner-demo/03-public-partner-demo-desktop-overview.png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/Users/georgikostov/Repositories/eventmap/docs/design/design-doc.md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/Users/georgikostov/Repositories/eventmap/output/screenshots/partner-demo/01-public-partner-demo-desktop.png</a:t>
            </a:r>
          </a:p>
          <a:p xmlns:a="http://schemas.openxmlformats.org/drawingml/2006/main">
            <a:r>
              <a:t>- /Users/georgikostov/Repositories/eventmap/app/partners/demo/page.js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/Users/georgikostov/Repositories/eventmap/output/screenshots/partner-demo/02-public-partner-demo-mobile.png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/Users/georgikostov/Repositories/eventmap/docs/decisions/2026-08-29-partner-festival-maps.md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/Users/georgikostov/Repositories/eventmap/output/screenshots/partner-showcase/01-aec-partner-map-desktop.jpg</a:t>
            </a:r>
          </a:p>
          <a:p xmlns:a="http://schemas.openxmlformats.org/drawingml/2006/main">
            <a:r>
              <a:t>- /Users/georgikostov/Repositories/eventmap/output/screenshots/partner-showcase/02-aec-partner-event-detail-desktop.jpg</a:t>
            </a:r>
          </a:p>
          <a:p xmlns:a="http://schemas.openxmlformats.org/drawingml/2006/main">
            <a:r>
              <a:t>- https://ars.electronica.art/negotiatinghumanity/en/download/</a:t>
            </a:r>
          </a:p>
          <a:p xmlns:a="http://schemas.openxmlformats.org/drawingml/2006/main">
            <a:r>
              <a:t>- https://ars.electronica.art/about/en/impress/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/Users/georgikostov/Repositories/eventmap/docs/ops/advertiser-proof.md</a:t>
            </a:r>
          </a:p>
          <a:p xmlns:a="http://schemas.openxmlformats.org/drawingml/2006/main">
            <a:r>
              <a:t>- /Users/georgikostov/Repositories/eventmap/lib/analytics.js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mailto:hello@okolo.events?subject=Festival%20map%20partnership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651df2aab42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92871f2e0480f" /><Relationship Type="http://schemas.openxmlformats.org/officeDocument/2006/relationships/slideLayout" Target="/ppt/slideLayouts/slideLayout1.xml" Id="Rc226248adb88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26248adb88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ec120c7a2493b" /><Relationship Type="http://schemas.openxmlformats.org/officeDocument/2006/relationships/image" Target="/ppt/media/image.jpeg" Id="R407e3084cb8f415e" /><Relationship Type="http://schemas.openxmlformats.org/officeDocument/2006/relationships/notesSlide" Target="/ppt/notesSlides/notesSlide1.xml" Id="R6379a464ef75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d393375545ef" /><Relationship Type="http://schemas.openxmlformats.org/officeDocument/2006/relationships/notesSlide" Target="/ppt/notesSlides/notesSlide2.xml" Id="Rd35f13d34a11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f72016264fff" /><Relationship Type="http://schemas.openxmlformats.org/officeDocument/2006/relationships/image" Target="/ppt/media/image2.jpeg" Id="Rbbb1ac8402914fdf" /><Relationship Type="http://schemas.openxmlformats.org/officeDocument/2006/relationships/notesSlide" Target="/ppt/notesSlides/notesSlide3.xml" Id="R7b1ae5b7e80049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3f46548f46be" /><Relationship Type="http://schemas.openxmlformats.org/officeDocument/2006/relationships/image" Target="/ppt/media/image3.jpeg" Id="R482ced885ed746e0" /><Relationship Type="http://schemas.openxmlformats.org/officeDocument/2006/relationships/notesSlide" Target="/ppt/notesSlides/notesSlide4.xml" Id="R268482a22fd14f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eaec9477e4fd3" /><Relationship Type="http://schemas.openxmlformats.org/officeDocument/2006/relationships/notesSlide" Target="/ppt/notesSlides/notesSlide5.xml" Id="Re1ef0cd8812c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ca5da5d364ecf" /><Relationship Type="http://schemas.openxmlformats.org/officeDocument/2006/relationships/image" Target="/ppt/media/image4.jpeg" Id="R976900bf3c1d45d1" /><Relationship Type="http://schemas.openxmlformats.org/officeDocument/2006/relationships/image" Target="/ppt/media/image5.jpeg" Id="R3e644d8e885b4519" /><Relationship Type="http://schemas.openxmlformats.org/officeDocument/2006/relationships/notesSlide" Target="/ppt/notesSlides/notesSlide6.xml" Id="R446dd5db40a344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281aeb6cd4eaa" /><Relationship Type="http://schemas.openxmlformats.org/officeDocument/2006/relationships/notesSlide" Target="/ppt/notesSlides/notesSlide7.xml" Id="Rc00aa46e195b42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8d7b3ca19414b" /><Relationship Type="http://schemas.openxmlformats.org/officeDocument/2006/relationships/notesSlide" Target="/ppt/notesSlides/notesSlide8.xml" Id="Rfcbe0dd7a874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A5D3CF6-A8CA-4BDF-AFED-DCC2DECB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6049BE-01C6-4A70-8412-62C8D9B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4762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Put your whole festival</a:t>
            </a:r>
          </a:p>
          <a:p xmlns:a="http://schemas.openxmlformats.org/drawingml/2006/main">
            <a:pPr algn="l">
              <a:defRPr sz="42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on one map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AE20A7-527B-4E05-AB08-167C475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A dedicated Okolo map connects every venue, time and approved programme link.</a:t>
            </a:r>
          </a:p>
        </p:txBody>
      </p:sp>
      <p:sp>
        <p:nvSpPr>
          <p:cNvPr id="4" name="cover-url">
            <a:extLst xmlns:a="http://schemas.openxmlformats.org/drawingml/2006/main">
              <a:ext uri="{FF2B5EF4-FFF2-40B4-BE49-F238E27FC236}">
                <a16:creationId xmlns:a16="http://schemas.microsoft.com/office/drawing/2014/main" id="{7969EE57-E6AA-42E0-9ECE-74F54717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okolo.events/partners/demo</a:t>
            </a:r>
          </a:p>
        </p:txBody>
      </p:sp>
      <p:sp>
        <p:nvSpPr>
          <p:cNvPr id="5" name="cover-product-backing">
            <a:extLst xmlns:a="http://schemas.openxmlformats.org/drawingml/2006/main">
              <a:ext uri="{FF2B5EF4-FFF2-40B4-BE49-F238E27FC236}">
                <a16:creationId xmlns:a16="http://schemas.microsoft.com/office/drawing/2014/main" id="{6AF789CB-B55D-4471-88A7-A53C588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"/>
            <a:ext cx="5905500" cy="581025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e3084cb8f415e"/>
          <a:srcRect xmlns:a="http://schemas.openxmlformats.org/drawingml/2006/main" l="21414" t="0" r="214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400050"/>
            <a:ext cx="5905500" cy="5810250"/>
          </a:xfrm>
          <a:prstGeom xmlns:a="http://schemas.openxmlformats.org/drawingml/2006/main" prst="roundRect">
            <a:avLst>
              <a:gd name="adj" fmla="val 2951"/>
            </a:avLst>
          </a:prstGeom>
        </p:spPr>
      </p:pic>
      <p:sp>
        <p:nvSpPr>
          <p:cNvPr id="7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0D107896-3AE9-4883-B1B9-208FBD42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5860B3C8-0F0B-436E-9086-209456F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63180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1588B12A-51D7-4903-811A-B7A1817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04FEEF5-C751-4CCF-9FAA-E5C577F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A timetable lists events. A map helps visitors decide.</a:t>
            </a:r>
          </a:p>
        </p:txBody>
      </p:sp>
      <p:sp>
        <p:nvSpPr>
          <p:cNvPr id="3" name="problem-number-0">
            <a:extLst xmlns:a="http://schemas.openxmlformats.org/drawingml/2006/main">
              <a:ext uri="{FF2B5EF4-FFF2-40B4-BE49-F238E27FC236}">
                <a16:creationId xmlns:a16="http://schemas.microsoft.com/office/drawing/2014/main" id="{8F83A338-564E-4FD2-8BC6-61FF0AF7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FCE93096-BD05-4823-BF55-4BB44BB6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Where is it?</a:t>
            </a:r>
          </a:p>
        </p:txBody>
      </p:sp>
      <p:sp>
        <p:nvSpPr>
          <p:cNvPr id="5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DD5EF471-05DB-49DA-8F15-BB24F3C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Every venue becomes visible in relation to the rest of the festival.</a:t>
            </a:r>
          </a:p>
        </p:txBody>
      </p:sp>
      <p:sp>
        <p:nvSpPr>
          <p:cNvPr id="6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73301F9E-0381-4E3D-A911-CB65C48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3370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7" name="problem-number-1">
            <a:extLst xmlns:a="http://schemas.openxmlformats.org/drawingml/2006/main">
              <a:ext uri="{FF2B5EF4-FFF2-40B4-BE49-F238E27FC236}">
                <a16:creationId xmlns:a16="http://schemas.microsoft.com/office/drawing/2014/main" id="{04723D89-CC8C-4292-8679-1224180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681D96C6-9AE7-43FF-A6C2-DE6BC702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95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When should I go?</a:t>
            </a:r>
          </a:p>
        </p:txBody>
      </p:sp>
      <p:sp>
        <p:nvSpPr>
          <p:cNvPr id="9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9558F491-2444-4469-82E1-4B824D7A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Day and programme filters reduce a long timetable to the next useful choice.</a:t>
            </a:r>
          </a:p>
        </p:txBody>
      </p:sp>
      <p:sp>
        <p:nvSpPr>
          <p:cNvPr id="10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8525BA4E-BEC2-4157-83DF-851EB387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11" name="problem-number-2">
            <a:extLst xmlns:a="http://schemas.openxmlformats.org/drawingml/2006/main">
              <a:ext uri="{FF2B5EF4-FFF2-40B4-BE49-F238E27FC236}">
                <a16:creationId xmlns:a16="http://schemas.microsoft.com/office/drawing/2014/main" id="{DE93A44E-A31F-4381-B9D3-6EA40657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18ECBF80-F090-451C-AE36-5B8EF0A9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What happens next?</a:t>
            </a:r>
          </a:p>
        </p:txBody>
      </p:sp>
      <p:sp>
        <p:nvSpPr>
          <p:cNvPr id="13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24E50FC4-55BA-44FE-8848-FC3C523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Each event carries the visitor to the organizer-approved source.</a:t>
            </a:r>
          </a:p>
        </p:txBody>
      </p:sp>
      <p:sp>
        <p:nvSpPr>
          <p:cNvPr id="1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8BF0E07A-B0D4-465F-A79B-C234BF00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1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F7AFEF5-47AA-4818-B33D-DEB21368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2765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3">
            <a:extLst xmlns:a="http://schemas.openxmlformats.org/drawingml/2006/main">
              <a:ext uri="{FF2B5EF4-FFF2-40B4-BE49-F238E27FC236}">
                <a16:creationId xmlns:a16="http://schemas.microsoft.com/office/drawing/2014/main" id="{4ADB53D8-61B0-494A-B445-F2315F1C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311F213-0633-4340-A138-84B48E2E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A dedicated URL becomes the festival’s front door</a:t>
            </a:r>
          </a:p>
        </p:txBody>
      </p:sp>
      <p:sp>
        <p:nvSpPr>
          <p:cNvPr id="3" name="desktop-demo-backing">
            <a:extLst xmlns:a="http://schemas.openxmlformats.org/drawingml/2006/main">
              <a:ext uri="{FF2B5EF4-FFF2-40B4-BE49-F238E27FC236}">
                <a16:creationId xmlns:a16="http://schemas.microsoft.com/office/drawing/2014/main" id="{2B67304C-6A58-48D0-BF43-0571FA09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572500" cy="4819650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1ac8402914fdf"/>
          <a:stretch xmlns:a="http://schemas.openxmlformats.org/drawingml/2006/main"/>
        </p:blipFill>
        <p:spPr>
          <a:xfrm xmlns:a="http://schemas.openxmlformats.org/drawingml/2006/main">
            <a:off x="516467" y="1619250"/>
            <a:ext cx="8568267" cy="4819650"/>
          </a:xfrm>
          <a:prstGeom xmlns:a="http://schemas.openxmlformats.org/drawingml/2006/main" prst="roundRect">
            <a:avLst>
              <a:gd name="adj" fmla="val 3162"/>
            </a:avLst>
          </a:prstGeom>
        </p:spPr>
      </p:pic>
      <p:sp>
        <p:nvSpPr>
          <p:cNvPr id="5" name="demo-label">
            <a:extLst xmlns:a="http://schemas.openxmlformats.org/drawingml/2006/main">
              <a:ext uri="{FF2B5EF4-FFF2-40B4-BE49-F238E27FC236}">
                <a16:creationId xmlns:a16="http://schemas.microsoft.com/office/drawing/2014/main" id="{0C097581-9598-4696-AED0-C8A5CEFE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PUBLIC DEMO</a:t>
            </a:r>
          </a:p>
        </p:txBody>
      </p:sp>
      <p:sp>
        <p:nvSpPr>
          <p:cNvPr id="6" name="demo-url">
            <a:extLst xmlns:a="http://schemas.openxmlformats.org/drawingml/2006/main">
              <a:ext uri="{FF2B5EF4-FFF2-40B4-BE49-F238E27FC236}">
                <a16:creationId xmlns:a16="http://schemas.microsoft.com/office/drawing/2014/main" id="{630408B5-AE49-404C-AB13-04A8E49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okolo.events/</a:t>
            </a:r>
          </a:p>
          <a:p xmlns:a="http://schemas.openxmlformats.org/drawingml/2006/main">
            <a:pPr algn="l">
              <a:def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partners/demo</a:t>
            </a:r>
          </a:p>
        </p:txBody>
      </p:sp>
      <p:sp>
        <p:nvSpPr>
          <p:cNvPr id="7" name="demo-copy">
            <a:extLst xmlns:a="http://schemas.openxmlformats.org/drawingml/2006/main">
              <a:ext uri="{FF2B5EF4-FFF2-40B4-BE49-F238E27FC236}">
                <a16:creationId xmlns:a16="http://schemas.microsoft.com/office/drawing/2014/main" id="{06CE8029-590D-4581-8DEB-6B5366A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67100"/>
            <a:ext cx="219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Fictional programme</a:t>
            </a:r>
          </a:p>
          <a:p xmlns:a="http://schemas.openxmlformats.org/drawingml/2006/main">
            <a:pPr algn="l">
              <a:def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Original sample identity</a:t>
            </a:r>
          </a:p>
          <a:p xmlns:a="http://schemas.openxmlformats.org/drawingml/2006/main">
            <a:pPr algn="l">
              <a:def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No production event records</a:t>
            </a:r>
          </a:p>
        </p:txBody>
      </p:sp>
      <p:sp>
        <p:nvSpPr>
          <p:cNvPr id="8" name="demo-invite">
            <a:extLst xmlns:a="http://schemas.openxmlformats.org/drawingml/2006/main">
              <a:ext uri="{FF2B5EF4-FFF2-40B4-BE49-F238E27FC236}">
                <a16:creationId xmlns:a16="http://schemas.microsoft.com/office/drawing/2014/main" id="{564CE8A5-BD63-486E-A89A-6E0C66BF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340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Open it. Filter it. Tap any pin.</a:t>
            </a:r>
          </a:p>
        </p:txBody>
      </p:sp>
      <p:sp>
        <p:nvSpPr>
          <p:cNvPr id="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5C4BE36E-66B9-4B57-B818-AB1E4A9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4CC5BD36-A62C-4DDA-B8A6-8DC41D4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49378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4">
            <a:extLst xmlns:a="http://schemas.openxmlformats.org/drawingml/2006/main">
              <a:ext uri="{FF2B5EF4-FFF2-40B4-BE49-F238E27FC236}">
                <a16:creationId xmlns:a16="http://schemas.microsoft.com/office/drawing/2014/main" id="{33A8EB93-67C4-4912-980A-3002B37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291877A-44E1-4876-8C1D-07EA56C5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The festival identity stays visible from map to detail</a:t>
            </a:r>
          </a:p>
        </p:txBody>
      </p:sp>
      <p:sp>
        <p:nvSpPr>
          <p:cNvPr id="3" name="mobile-demo-backing">
            <a:extLst xmlns:a="http://schemas.openxmlformats.org/drawingml/2006/main">
              <a:ext uri="{FF2B5EF4-FFF2-40B4-BE49-F238E27FC236}">
                <a16:creationId xmlns:a16="http://schemas.microsoft.com/office/drawing/2014/main" id="{B6E3D8B0-F7D4-4379-A826-270159D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3143250" cy="4762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ced885ed746e0"/>
          <a:stretch xmlns:a="http://schemas.openxmlformats.org/drawingml/2006/main"/>
        </p:blipFill>
        <p:spPr>
          <a:xfrm xmlns:a="http://schemas.openxmlformats.org/drawingml/2006/main">
            <a:off x="1328534" y="1600200"/>
            <a:ext cx="2200681" cy="4762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5" name="mobile-heading-0">
            <a:extLst xmlns:a="http://schemas.openxmlformats.org/drawingml/2006/main">
              <a:ext uri="{FF2B5EF4-FFF2-40B4-BE49-F238E27FC236}">
                <a16:creationId xmlns:a16="http://schemas.microsoft.com/office/drawing/2014/main" id="{E5545D20-70DF-493D-8E02-886CB674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Brand first</a:t>
            </a:r>
          </a:p>
        </p:txBody>
      </p:sp>
      <p:sp>
        <p:nvSpPr>
          <p:cNvPr id="6" name="mobile-body-0">
            <a:extLst xmlns:a="http://schemas.openxmlformats.org/drawingml/2006/main">
              <a:ext uri="{FF2B5EF4-FFF2-40B4-BE49-F238E27FC236}">
                <a16:creationId xmlns:a16="http://schemas.microsoft.com/office/drawing/2014/main" id="{A3A39728-BCCD-4887-8540-CBF04B1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The organizer lockup remains above the map.</a:t>
            </a:r>
          </a:p>
        </p:txBody>
      </p:sp>
      <p:sp>
        <p:nvSpPr>
          <p:cNvPr id="7" name="mobile-heading-1">
            <a:extLst xmlns:a="http://schemas.openxmlformats.org/drawingml/2006/main">
              <a:ext uri="{FF2B5EF4-FFF2-40B4-BE49-F238E27FC236}">
                <a16:creationId xmlns:a16="http://schemas.microsoft.com/office/drawing/2014/main" id="{43484DF6-EB5B-422D-A22A-A4F8169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Context preserved</a:t>
            </a:r>
          </a:p>
        </p:txBody>
      </p:sp>
      <p:sp>
        <p:nvSpPr>
          <p:cNvPr id="8" name="mobile-body-1">
            <a:extLst xmlns:a="http://schemas.openxmlformats.org/drawingml/2006/main">
              <a:ext uri="{FF2B5EF4-FFF2-40B4-BE49-F238E27FC236}">
                <a16:creationId xmlns:a16="http://schemas.microsoft.com/office/drawing/2014/main" id="{C2ABF0CA-4DED-4962-8A41-EB13995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Day, time, venue and programme label travel into event detail.</a:t>
            </a:r>
          </a:p>
        </p:txBody>
      </p:sp>
      <p:sp>
        <p:nvSpPr>
          <p:cNvPr id="9" name="mobile-heading-2">
            <a:extLst xmlns:a="http://schemas.openxmlformats.org/drawingml/2006/main">
              <a:ext uri="{FF2B5EF4-FFF2-40B4-BE49-F238E27FC236}">
                <a16:creationId xmlns:a16="http://schemas.microsoft.com/office/drawing/2014/main" id="{CA0FDACD-1947-4240-AA03-C1B25230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One next action</a:t>
            </a:r>
          </a:p>
        </p:txBody>
      </p:sp>
      <p:sp>
        <p:nvSpPr>
          <p:cNvPr id="10" name="mobile-body-2">
            <a:extLst xmlns:a="http://schemas.openxmlformats.org/drawingml/2006/main">
              <a:ext uri="{FF2B5EF4-FFF2-40B4-BE49-F238E27FC236}">
                <a16:creationId xmlns:a16="http://schemas.microsoft.com/office/drawing/2014/main" id="{78C5ADF1-D9ED-405B-8820-497F441B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Visitors continue to the approved programme or ticket source.</a:t>
            </a:r>
          </a:p>
        </p:txBody>
      </p:sp>
      <p:sp>
        <p:nvSpPr>
          <p:cNvPr id="11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B1FAF4C4-D162-4580-8922-3FDDF2F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1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DF23DCEA-4D11-4B1D-B42E-A57A30E5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324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5">
            <a:extLst xmlns:a="http://schemas.openxmlformats.org/drawingml/2006/main">
              <a:ext uri="{FF2B5EF4-FFF2-40B4-BE49-F238E27FC236}">
                <a16:creationId xmlns:a16="http://schemas.microsoft.com/office/drawing/2014/main" id="{BA8AA979-721A-4B22-8D1D-E06EF2F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8F8980C-847D-4F44-B14D-BE74C89F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The partner layer adds value without taking over the map</a:t>
            </a:r>
          </a:p>
        </p:txBody>
      </p:sp>
      <p:sp>
        <p:nvSpPr>
          <p:cNvPr id="3" name="package-rule-0">
            <a:extLst xmlns:a="http://schemas.openxmlformats.org/drawingml/2006/main">
              <a:ext uri="{FF2B5EF4-FFF2-40B4-BE49-F238E27FC236}">
                <a16:creationId xmlns:a16="http://schemas.microsoft.com/office/drawing/2014/main" id="{3AAB637A-3EC1-4B76-9DD8-0D972C8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3A5B"/>
            </a:solidFill>
            <a:prstDash val="solid"/>
          </a:ln>
        </p:spPr>
      </p:sp>
      <p:sp>
        <p:nvSpPr>
          <p:cNvPr id="4" name="package-title-0">
            <a:extLst xmlns:a="http://schemas.openxmlformats.org/drawingml/2006/main">
              <a:ext uri="{FF2B5EF4-FFF2-40B4-BE49-F238E27FC236}">
                <a16:creationId xmlns:a16="http://schemas.microsoft.com/office/drawing/2014/main" id="{ABBFEEBE-56E6-419F-B368-B96258F5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Dedicated URL</a:t>
            </a:r>
          </a:p>
        </p:txBody>
      </p:sp>
      <p:sp>
        <p:nvSpPr>
          <p:cNvPr id="5" name="package-body-0">
            <a:extLst xmlns:a="http://schemas.openxmlformats.org/drawingml/2006/main">
              <a:ext uri="{FF2B5EF4-FFF2-40B4-BE49-F238E27FC236}">
                <a16:creationId xmlns:a16="http://schemas.microsoft.com/office/drawing/2014/main" id="{CF9B9844-10E4-46D4-ADCB-DDD286F2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A shareable festival destination on Okolo.</a:t>
            </a:r>
          </a:p>
        </p:txBody>
      </p:sp>
      <p:sp>
        <p:nvSpPr>
          <p:cNvPr id="6" name="package-rule-1">
            <a:extLst xmlns:a="http://schemas.openxmlformats.org/drawingml/2006/main">
              <a:ext uri="{FF2B5EF4-FFF2-40B4-BE49-F238E27FC236}">
                <a16:creationId xmlns:a16="http://schemas.microsoft.com/office/drawing/2014/main" id="{B595F302-1D98-4544-9768-0013F1E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7" name="package-title-1">
            <a:extLst xmlns:a="http://schemas.openxmlformats.org/drawingml/2006/main">
              <a:ext uri="{FF2B5EF4-FFF2-40B4-BE49-F238E27FC236}">
                <a16:creationId xmlns:a16="http://schemas.microsoft.com/office/drawing/2014/main" id="{9134B0C8-9DD0-4C0D-9125-F1118E65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Approved identity</a:t>
            </a:r>
          </a:p>
        </p:txBody>
      </p:sp>
      <p:sp>
        <p:nvSpPr>
          <p:cNvPr id="8" name="package-body-1">
            <a:extLst xmlns:a="http://schemas.openxmlformats.org/drawingml/2006/main">
              <a:ext uri="{FF2B5EF4-FFF2-40B4-BE49-F238E27FC236}">
                <a16:creationId xmlns:a16="http://schemas.microsoft.com/office/drawing/2014/main" id="{F1AD30AC-997B-4AED-8600-5C6831A1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Logo slot, name and edition across map and event surfaces.</a:t>
            </a:r>
          </a:p>
        </p:txBody>
      </p:sp>
      <p:sp>
        <p:nvSpPr>
          <p:cNvPr id="9" name="package-rule-2">
            <a:extLst xmlns:a="http://schemas.openxmlformats.org/drawingml/2006/main">
              <a:ext uri="{FF2B5EF4-FFF2-40B4-BE49-F238E27FC236}">
                <a16:creationId xmlns:a16="http://schemas.microsoft.com/office/drawing/2014/main" id="{6D4C54E2-E6E4-489D-A84C-81952CE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10" name="package-title-2">
            <a:extLst xmlns:a="http://schemas.openxmlformats.org/drawingml/2006/main">
              <a:ext uri="{FF2B5EF4-FFF2-40B4-BE49-F238E27FC236}">
                <a16:creationId xmlns:a16="http://schemas.microsoft.com/office/drawing/2014/main" id="{96FB5FEB-A82E-49B9-A641-DD5CFC6F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Programme lens</a:t>
            </a:r>
          </a:p>
        </p:txBody>
      </p:sp>
      <p:sp>
        <p:nvSpPr>
          <p:cNvPr id="11" name="package-body-2">
            <a:extLst xmlns:a="http://schemas.openxmlformats.org/drawingml/2006/main">
              <a:ext uri="{FF2B5EF4-FFF2-40B4-BE49-F238E27FC236}">
                <a16:creationId xmlns:a16="http://schemas.microsoft.com/office/drawing/2014/main" id="{0121CB6B-C1CF-4E54-8CF3-94DF3D3D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Partner-only and day filters make a large programme manageable.</a:t>
            </a:r>
          </a:p>
        </p:txBody>
      </p:sp>
      <p:sp>
        <p:nvSpPr>
          <p:cNvPr id="12" name="package-rule-3">
            <a:extLst xmlns:a="http://schemas.openxmlformats.org/drawingml/2006/main">
              <a:ext uri="{FF2B5EF4-FFF2-40B4-BE49-F238E27FC236}">
                <a16:creationId xmlns:a16="http://schemas.microsoft.com/office/drawing/2014/main" id="{8A18541C-2C7B-476E-B8DB-7E0648A3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13" name="package-title-3">
            <a:extLst xmlns:a="http://schemas.openxmlformats.org/drawingml/2006/main">
              <a:ext uri="{FF2B5EF4-FFF2-40B4-BE49-F238E27FC236}">
                <a16:creationId xmlns:a16="http://schemas.microsoft.com/office/drawing/2014/main" id="{D37834C0-0268-4412-8F7F-B60F7327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Source continuity</a:t>
            </a:r>
          </a:p>
        </p:txBody>
      </p:sp>
      <p:sp>
        <p:nvSpPr>
          <p:cNvPr id="14" name="package-body-3">
            <a:extLst xmlns:a="http://schemas.openxmlformats.org/drawingml/2006/main">
              <a:ext uri="{FF2B5EF4-FFF2-40B4-BE49-F238E27FC236}">
                <a16:creationId xmlns:a16="http://schemas.microsoft.com/office/drawing/2014/main" id="{5B43C1D8-4FD6-4364-9789-2466542D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Facts stay concise; every event links back to the approved source.</a:t>
            </a:r>
          </a:p>
        </p:txBody>
      </p:sp>
      <p:sp>
        <p:nvSpPr>
          <p:cNvPr id="15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33DE980-BC75-4C9E-A4D1-F6FA148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1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4DC49FE-5228-4E16-8AA0-6B564CDB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1973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6">
            <a:extLst xmlns:a="http://schemas.openxmlformats.org/drawingml/2006/main">
              <a:ext uri="{FF2B5EF4-FFF2-40B4-BE49-F238E27FC236}">
                <a16:creationId xmlns:a16="http://schemas.microsoft.com/office/drawing/2014/main" id="{51E47300-4963-4329-844F-F9526B3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PRIVATE CONCEPT EXAMPLE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67B0BEA-D9B5-4BCE-A9F5-8B7007BB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We can prototype an organizer-specific map before launch</a:t>
            </a:r>
          </a:p>
        </p:txBody>
      </p:sp>
      <p:sp>
        <p:nvSpPr>
          <p:cNvPr id="3" name="aec-map-backing">
            <a:extLst xmlns:a="http://schemas.openxmlformats.org/drawingml/2006/main">
              <a:ext uri="{FF2B5EF4-FFF2-40B4-BE49-F238E27FC236}">
                <a16:creationId xmlns:a16="http://schemas.microsoft.com/office/drawing/2014/main" id="{6CE7E4C0-580C-4A98-BD1D-CF5D689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3340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900bf3c1d45d1"/>
          <a:stretch xmlns:a="http://schemas.openxmlformats.org/drawingml/2006/main"/>
        </p:blipFill>
        <p:spPr>
          <a:xfrm xmlns:a="http://schemas.openxmlformats.org/drawingml/2006/main">
            <a:off x="514350" y="1657350"/>
            <a:ext cx="5334000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5" name="aec-detail-backing">
            <a:extLst xmlns:a="http://schemas.openxmlformats.org/drawingml/2006/main">
              <a:ext uri="{FF2B5EF4-FFF2-40B4-BE49-F238E27FC236}">
                <a16:creationId xmlns:a16="http://schemas.microsoft.com/office/drawing/2014/main" id="{299F11B0-AEC9-4C97-98BA-F29AD5E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340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44d8e885b4519"/>
          <a:stretch xmlns:a="http://schemas.openxmlformats.org/drawingml/2006/main"/>
        </p:blipFill>
        <p:spPr>
          <a:xfrm xmlns:a="http://schemas.openxmlformats.org/drawingml/2006/main">
            <a:off x="6191250" y="1657350"/>
            <a:ext cx="5334000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aec-disclaimer-box">
            <a:extLst xmlns:a="http://schemas.openxmlformats.org/drawingml/2006/main">
              <a:ext uri="{FF2B5EF4-FFF2-40B4-BE49-F238E27FC236}">
                <a16:creationId xmlns:a16="http://schemas.microsoft.com/office/drawing/2014/main" id="{8A7FF44F-9932-44FC-935B-6702C74B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10109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BEEF1"/>
          </a:solidFill>
          <a:ln xmlns:a="http://schemas.openxmlformats.org/drawingml/2006/main" w="9525">
            <a:solidFill>
              <a:srgbClr val="C93A5B"/>
            </a:solidFill>
            <a:prstDash val="solid"/>
          </a:ln>
        </p:spPr>
      </p:sp>
      <p:sp>
        <p:nvSpPr>
          <p:cNvPr id="8" name="aec-disclaimer">
            <a:extLst xmlns:a="http://schemas.openxmlformats.org/drawingml/2006/main">
              <a:ext uri="{FF2B5EF4-FFF2-40B4-BE49-F238E27FC236}">
                <a16:creationId xmlns:a16="http://schemas.microsoft.com/office/drawing/2014/main" id="{A634E213-3AAF-428A-8223-7C65AF74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Uncommissioned concept · no affiliation or endorsement · real artwork and partner language require written approval.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8A3952E0-2D41-4C1B-ABB5-5737F40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PRIVATE SALES MATERIAL · DO NOT PUBLISH AS A PARTNERSHIP</a:t>
            </a:r>
          </a:p>
        </p:txBody>
      </p:sp>
      <p:sp>
        <p:nvSpPr>
          <p:cNvPr id="1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EB7AE01-DA88-463F-B405-E19D0BCE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9892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7">
            <a:extLst xmlns:a="http://schemas.openxmlformats.org/drawingml/2006/main">
              <a:ext uri="{FF2B5EF4-FFF2-40B4-BE49-F238E27FC236}">
                <a16:creationId xmlns:a16="http://schemas.microsoft.com/office/drawing/2014/main" id="{C6A80B9E-75A7-436A-B395-27299FC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74673A4-0D17-4EDC-A484-1CB6099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Partners can see what visitors use—and where they continue</a:t>
            </a:r>
          </a:p>
        </p:txBody>
      </p:sp>
      <p:sp>
        <p:nvSpPr>
          <p:cNvPr id="3" name="flow-line-0">
            <a:extLst xmlns:a="http://schemas.openxmlformats.org/drawingml/2006/main">
              <a:ext uri="{FF2B5EF4-FFF2-40B4-BE49-F238E27FC236}">
                <a16:creationId xmlns:a16="http://schemas.microsoft.com/office/drawing/2014/main" id="{FF3931D9-A8B6-4F9C-993B-0580987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575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3A5B"/>
            </a:solidFill>
            <a:prstDash val="solid"/>
          </a:ln>
        </p:spPr>
      </p:sp>
      <p:sp>
        <p:nvSpPr>
          <p:cNvPr id="4" name="flow-line-1">
            <a:extLst xmlns:a="http://schemas.openxmlformats.org/drawingml/2006/main">
              <a:ext uri="{FF2B5EF4-FFF2-40B4-BE49-F238E27FC236}">
                <a16:creationId xmlns:a16="http://schemas.microsoft.com/office/drawing/2014/main" id="{760E758B-6659-4FA8-8BCE-BAF1182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3A5B"/>
            </a:solidFill>
            <a:prstDash val="solid"/>
          </a:ln>
        </p:spPr>
      </p:sp>
      <p:sp>
        <p:nvSpPr>
          <p:cNvPr id="5" name="flow-line-2">
            <a:extLst xmlns:a="http://schemas.openxmlformats.org/drawingml/2006/main">
              <a:ext uri="{FF2B5EF4-FFF2-40B4-BE49-F238E27FC236}">
                <a16:creationId xmlns:a16="http://schemas.microsoft.com/office/drawing/2014/main" id="{C0A5F2D6-1BA0-443E-B3D7-D20DC65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3A5B"/>
            </a:solidFill>
            <a:prstDash val="solid"/>
          </a:ln>
        </p:spPr>
      </p:sp>
      <p:sp>
        <p:nvSpPr>
          <p:cNvPr id="6" name="flow-node-0">
            <a:extLst xmlns:a="http://schemas.openxmlformats.org/drawingml/2006/main">
              <a:ext uri="{FF2B5EF4-FFF2-40B4-BE49-F238E27FC236}">
                <a16:creationId xmlns:a16="http://schemas.microsoft.com/office/drawing/2014/main" id="{03854CD3-02CD-49EE-AD65-22BE966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114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7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7E2C5BF3-86A5-4E2F-B715-3EB67E4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C533319-10F8-4B1B-8A37-0BBDD05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Map view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D6D20B6-1A53-4431-BC93-A119788C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The dedicated festival map is opened.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90BC558D-857D-487C-9439-99ECB98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47900"/>
            <a:ext cx="2114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2153673-7513-4E7B-AE99-D1AE977B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52A80BD3-A263-458C-8D64-088F28D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13" name="flow-body-1">
            <a:extLst xmlns:a="http://schemas.openxmlformats.org/drawingml/2006/main">
              <a:ext uri="{FF2B5EF4-FFF2-40B4-BE49-F238E27FC236}">
                <a16:creationId xmlns:a16="http://schemas.microsoft.com/office/drawing/2014/main" id="{4CD09925-C7DF-4E89-A72F-1862B91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8615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Visitors choose the festival or a programme day.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8AC85D4C-4310-445C-9CAA-366B8AE0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114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2F2EE"/>
          </a:solidFill>
          <a:ln xmlns:a="http://schemas.openxmlformats.org/drawingml/2006/main" w="9525">
            <a:solidFill>
              <a:srgbClr val="DADCD5"/>
            </a:solidFill>
            <a:prstDash val="solid"/>
          </a:ln>
        </p:spPr>
      </p:sp>
      <p:sp>
        <p:nvSpPr>
          <p:cNvPr id="15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20FBEC9D-2B5C-4838-97E4-7088B1E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8EDC925-7A86-450B-B1D3-E0E5A8B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Event open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C210E0B-54CE-469A-903D-4125AA95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A pin or list item becomes an event detail.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ACACC5EC-E34D-4EAE-9D2A-7865B92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1145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BEEF1"/>
          </a:solidFill>
          <a:ln xmlns:a="http://schemas.openxmlformats.org/drawingml/2006/main" w="9525">
            <a:solidFill>
              <a:srgbClr val="C93A5B"/>
            </a:solidFill>
            <a:prstDash val="solid"/>
          </a:ln>
        </p:spPr>
      </p:sp>
      <p:sp>
        <p:nvSpPr>
          <p:cNvPr id="19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38AAEBCC-8B16-4BAE-94A9-70236D6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38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1E6C6696-036C-4929-AB1A-26BD8632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Source referral</a:t>
            </a:r>
          </a:p>
        </p:txBody>
      </p:sp>
      <p:sp>
        <p:nvSpPr>
          <p:cNvPr id="21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764BE7E-019B-4607-9AA9-775B8682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8615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The visitor continues to the official source.</a:t>
            </a:r>
          </a:p>
        </p:txBody>
      </p:sp>
      <p:sp>
        <p:nvSpPr>
          <p:cNvPr id="22" name="measurement-note">
            <a:extLst xmlns:a="http://schemas.openxmlformats.org/drawingml/2006/main">
              <a:ext uri="{FF2B5EF4-FFF2-40B4-BE49-F238E27FC236}">
                <a16:creationId xmlns:a16="http://schemas.microsoft.com/office/drawing/2014/main" id="{DAED591B-89C7-4E46-BA3E-E0698E1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Measurement supports a partner report; it does not alter event facts or ranking rules.</a:t>
            </a:r>
          </a:p>
        </p:txBody>
      </p:sp>
      <p:sp>
        <p:nvSpPr>
          <p:cNvPr id="2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940C1629-10EF-425E-B4EF-5B98138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2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D3419AEB-10F4-4540-AD21-2A3DB6B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32679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8">
            <a:extLst xmlns:a="http://schemas.openxmlformats.org/drawingml/2006/main">
              <a:ext uri="{FF2B5EF4-FFF2-40B4-BE49-F238E27FC236}">
                <a16:creationId xmlns:a16="http://schemas.microsoft.com/office/drawing/2014/main" id="{22E96D8B-715C-4CF2-818F-7D7C7C4F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3A5B"/>
                </a:solidFill>
                <a:latin typeface="Helvetica Neue"/>
                <a:ea typeface="Helvetica Neue"/>
                <a:cs typeface="Helvetica Neue"/>
              </a:rPr>
              <a:t>OKOLO FOR FESTIVAL PARTNERS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B611A0F-2027-47C0-AEF5-4F9945E2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Start with one festival and one measurable visitor journey</a:t>
            </a:r>
          </a:p>
        </p:txBody>
      </p:sp>
      <p:sp>
        <p:nvSpPr>
          <p:cNvPr id="3" name="pilot-line">
            <a:extLst xmlns:a="http://schemas.openxmlformats.org/drawingml/2006/main">
              <a:ext uri="{FF2B5EF4-FFF2-40B4-BE49-F238E27FC236}">
                <a16:creationId xmlns:a16="http://schemas.microsoft.com/office/drawing/2014/main" id="{27F093B1-E26C-4DFF-ABD6-1FD56548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2B28"/>
            </a:solidFill>
            <a:prstDash val="solid"/>
          </a:ln>
        </p:spPr>
      </p:sp>
      <p:sp>
        <p:nvSpPr>
          <p:cNvPr id="4" name="pilot-dot-0">
            <a:extLst xmlns:a="http://schemas.openxmlformats.org/drawingml/2006/main">
              <a:ext uri="{FF2B5EF4-FFF2-40B4-BE49-F238E27FC236}">
                <a16:creationId xmlns:a16="http://schemas.microsoft.com/office/drawing/2014/main" id="{C32A46D8-65F9-4937-93CB-9F02858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B2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" name="pilot-title-0">
            <a:extLst xmlns:a="http://schemas.openxmlformats.org/drawingml/2006/main">
              <a:ext uri="{FF2B5EF4-FFF2-40B4-BE49-F238E27FC236}">
                <a16:creationId xmlns:a16="http://schemas.microsoft.com/office/drawing/2014/main" id="{9B085A38-8CA7-49B4-BF75-A516BB21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1 · Approve</a:t>
            </a:r>
          </a:p>
        </p:txBody>
      </p:sp>
      <p:sp>
        <p:nvSpPr>
          <p:cNvPr id="6" name="pilot-body-0">
            <a:extLst xmlns:a="http://schemas.openxmlformats.org/drawingml/2006/main">
              <a:ext uri="{FF2B5EF4-FFF2-40B4-BE49-F238E27FC236}">
                <a16:creationId xmlns:a16="http://schemas.microsoft.com/office/drawing/2014/main" id="{FDB9C3AC-F222-4B5D-9DAC-AF43A25F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Programme source, logo rights and launch dates.</a:t>
            </a:r>
          </a:p>
        </p:txBody>
      </p:sp>
      <p:sp>
        <p:nvSpPr>
          <p:cNvPr id="7" name="pilot-dot-1">
            <a:extLst xmlns:a="http://schemas.openxmlformats.org/drawingml/2006/main">
              <a:ext uri="{FF2B5EF4-FFF2-40B4-BE49-F238E27FC236}">
                <a16:creationId xmlns:a16="http://schemas.microsoft.com/office/drawing/2014/main" id="{5AE67F9E-F795-4792-8D9D-62B276C8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2B2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3918379B-249F-40B9-BF1D-BA9FD98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9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2 · Configure</a:t>
            </a:r>
          </a:p>
        </p:txBody>
      </p:sp>
      <p:sp>
        <p:nvSpPr>
          <p:cNvPr id="9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B00E6AD3-9031-4D02-B484-962D9F1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Partner URL, filters, identity and event linkbacks.</a:t>
            </a:r>
          </a:p>
        </p:txBody>
      </p:sp>
      <p:sp>
        <p:nvSpPr>
          <p:cNvPr id="10" name="pilot-dot-2">
            <a:extLst xmlns:a="http://schemas.openxmlformats.org/drawingml/2006/main">
              <a:ext uri="{FF2B5EF4-FFF2-40B4-BE49-F238E27FC236}">
                <a16:creationId xmlns:a16="http://schemas.microsoft.com/office/drawing/2014/main" id="{0114086A-7390-4B06-BD89-A130483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3A5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9B3FEFED-1571-4B3A-A2CB-83EC935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12B28"/>
                </a:solidFill>
                <a:latin typeface="Helvetica Neue"/>
                <a:ea typeface="Helvetica Neue"/>
                <a:cs typeface="Helvetica Neue"/>
              </a:rPr>
              <a:t>3 · Share &amp; learn</a:t>
            </a:r>
          </a:p>
        </p:txBody>
      </p:sp>
      <p:sp>
        <p:nvSpPr>
          <p:cNvPr id="12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1B1614DF-BD56-42F1-A1AF-B56ACA5B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Promote one map and review opens and referrals.</a:t>
            </a:r>
          </a:p>
        </p:txBody>
      </p:sp>
      <p:sp>
        <p:nvSpPr>
          <p:cNvPr id="13" name="pilot-cta-box">
            <a:extLst xmlns:a="http://schemas.openxmlformats.org/drawingml/2006/main">
              <a:ext uri="{FF2B5EF4-FFF2-40B4-BE49-F238E27FC236}">
                <a16:creationId xmlns:a16="http://schemas.microsoft.com/office/drawing/2014/main" id="{E4B8592F-42D1-46DE-8533-66A6EABF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1010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3A5B"/>
          </a:solidFill>
          <a:ln xmlns:a="http://schemas.openxmlformats.org/drawingml/2006/main" w="9525">
            <a:solidFill>
              <a:srgbClr val="C93A5B"/>
            </a:solidFill>
            <a:prstDash val="solid"/>
          </a:ln>
        </p:spPr>
      </p:sp>
      <p:sp>
        <p:nvSpPr>
          <p:cNvPr id="14" name="pilot-cta">
            <a:extLst xmlns:a="http://schemas.openxmlformats.org/drawingml/2006/main">
              <a:ext uri="{FF2B5EF4-FFF2-40B4-BE49-F238E27FC236}">
                <a16:creationId xmlns:a16="http://schemas.microsoft.com/office/drawing/2014/main" id="{797F7E5D-D7A6-4535-99A7-3DCF1712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hello@okolo.events  ·  Request a festival map pilot</a:t>
            </a:r>
          </a:p>
        </p:txBody>
      </p:sp>
      <p:sp>
        <p:nvSpPr>
          <p:cNvPr id="15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F319E044-D8B7-4A4D-9417-F4A844C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OKOLO · FESTIVAL PARTNERS</a:t>
            </a:r>
          </a:p>
        </p:txBody>
      </p:sp>
      <p:sp>
        <p:nvSpPr>
          <p:cNvPr id="1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CAD6EE9-AA30-4030-85D6-8491787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D787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310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2026-08-29T21:21:06.0270000Z</dcterms:created>
  <dcterms:modified xsi:type="dcterms:W3CDTF">2026-08-29T21:21:06.0280000Z</dcterms:modified>
</coreProperties>
</file>